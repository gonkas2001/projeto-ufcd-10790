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13"/>
  </p:notesMasterIdLst>
  <p:handoutMasterIdLst>
    <p:handoutMasterId r:id="rId14"/>
  </p:handoutMasterIdLst>
  <p:sldIdLst>
    <p:sldId id="304" r:id="rId5"/>
    <p:sldId id="314" r:id="rId6"/>
    <p:sldId id="288" r:id="rId7"/>
    <p:sldId id="299" r:id="rId8"/>
    <p:sldId id="317" r:id="rId9"/>
    <p:sldId id="320" r:id="rId10"/>
    <p:sldId id="318" r:id="rId11"/>
    <p:sldId id="305" r:id="rId12"/>
  </p:sldIdLst>
  <p:sldSz cx="12192000" cy="6858000"/>
  <p:notesSz cx="6858000" cy="9144000"/>
  <p:defaultTextStyle>
    <a:defPPr rtl="0">
      <a:defRPr lang="en-GB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4" name="Author" initials="A" lastIdx="0" clrIdx="3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A4054"/>
    <a:srgbClr val="468C8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95" autoAdjust="0"/>
    <p:restoredTop sz="93750" autoAdjust="0"/>
  </p:normalViewPr>
  <p:slideViewPr>
    <p:cSldViewPr snapToGrid="0">
      <p:cViewPr varScale="1">
        <p:scale>
          <a:sx n="100" d="100"/>
          <a:sy n="100" d="100"/>
        </p:scale>
        <p:origin x="348" y="84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96" d="100"/>
          <a:sy n="96" d="100"/>
        </p:scale>
        <p:origin x="2808" y="9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notesMaster" Target="notesMasters/notesMaster1.xml"/><Relationship Id="rId18" Type="http://schemas.openxmlformats.org/officeDocument/2006/relationships/theme" Target="theme/theme1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viewProps" Target="viewProps.xml"/><Relationship Id="rId2" Type="http://schemas.openxmlformats.org/officeDocument/2006/relationships/customXml" Target="../customXml/item2.xml"/><Relationship Id="rId16" Type="http://schemas.openxmlformats.org/officeDocument/2006/relationships/presProps" Target="presProps.xml"/><Relationship Id="rId20" Type="http://schemas.microsoft.com/office/2018/10/relationships/authors" Target="author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commentAuthors" Target="commentAuthors.xml"/><Relationship Id="rId10" Type="http://schemas.openxmlformats.org/officeDocument/2006/relationships/slide" Target="slides/slide6.xml"/><Relationship Id="rId19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handoutMaster" Target="handoutMasters/handout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A2FC99A8-74A1-4817-9F9A-85655000A698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6F0050F-2705-4253-AECF-492B9533166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95CAFF15-3287-4EAB-8C15-34888B0742F5}" type="datetime1">
              <a:rPr lang="en-GB" smtClean="0"/>
              <a:t>19/06/2026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C82020C-C130-402B-AA32-21B4682F7DC2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50932CD-F2EA-4034-AB59-84AF68B10291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F6FA979-4A60-410C-92BE-2E8CA23BCC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6190493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en-GB" noProof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3F46898-626E-47E5-94D5-F34964781048}" type="datetime1">
              <a:rPr lang="en-GB" smtClean="0"/>
              <a:pPr/>
              <a:t>19/06/2026</a:t>
            </a:fld>
            <a:endParaRPr lang="en-GB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lang="en-GB" noProof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rPr lang="en-GB" noProof="0"/>
              <a:t>Click to edit Master text styles</a:t>
            </a:r>
          </a:p>
          <a:p>
            <a:pPr lvl="1" rtl="0"/>
            <a:r>
              <a:rPr lang="en-GB" noProof="0"/>
              <a:t>Second level</a:t>
            </a:r>
          </a:p>
          <a:p>
            <a:pPr lvl="2" rtl="0"/>
            <a:r>
              <a:rPr lang="en-GB" noProof="0"/>
              <a:t>Third level</a:t>
            </a:r>
          </a:p>
          <a:p>
            <a:pPr lvl="3" rtl="0"/>
            <a:r>
              <a:rPr lang="en-GB" noProof="0"/>
              <a:t>Fourth level</a:t>
            </a:r>
          </a:p>
          <a:p>
            <a:pPr lvl="4" rtl="0"/>
            <a:r>
              <a:rPr lang="en-GB" noProof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en-GB" noProof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B990660-4B7D-4C11-96DB-B19FFA8CA93C}" type="slidenum">
              <a:rPr lang="en-GB" noProof="0" smtClean="0"/>
              <a:t>‹#›</a:t>
            </a:fld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en-GB" smtClean="0"/>
              <a:t>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9576304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n-GB" smtClean="0"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466947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en-GB" smtClean="0"/>
              <a:t>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8501175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en-GB" smtClean="0"/>
              <a:t>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8156056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1F0A15-9343-FAD2-1330-D2556565F5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02C8D1E-1560-89E5-4B20-AEC55ECDC8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1520659-1A52-E08C-1160-153B5FF3CC1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noProof="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CB63A44-79F4-3BE9-543A-130BF368540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n-GB" smtClean="0"/>
              <a:t>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9185700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47AC3E-D857-C81C-261A-2BE167E45F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0FEFCF7-A510-0FB9-CCFA-E0CA6006DE2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5A6EB54-D532-29C4-8561-243FED5CA9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noProof="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0C40C9-B176-4BA7-D260-C46CD97CAE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n-GB" smtClean="0"/>
              <a:t>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8734185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7EED59-6F81-FC1A-0A6F-DAFDB22ED5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E57C916-643F-76BD-F391-5A8347F847C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44A0E57-7308-205F-916F-BB8A4273174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noProof="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E25DB85-5FDD-FD35-55FD-4EF06E15BB1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n-GB" smtClean="0"/>
              <a:t>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500534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n-GB" smtClean="0"/>
              <a:t>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2973872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Rectangle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en-GB" noProof="0"/>
              <a:t>6.53</a:t>
            </a:r>
          </a:p>
          <a:p>
            <a:pPr algn="ctr" rtl="0"/>
            <a:endParaRPr lang="en-GB" noProof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rtlCol="0" anchor="b">
            <a:normAutofit/>
          </a:bodyPr>
          <a:lstStyle>
            <a:lvl1pPr algn="l">
              <a:defRPr sz="3800" b="1"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 rtlCol="0"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en-GB" noProof="0"/>
              <a:t>Click to edit Master subtitle style</a:t>
            </a:r>
          </a:p>
        </p:txBody>
      </p:sp>
      <p:grpSp>
        <p:nvGrpSpPr>
          <p:cNvPr id="10" name="Picture Placeholder 16" descr="abstract colourful illustration of buildings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About 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 rtlCol="0"/>
          <a:lstStyle>
            <a:lvl1pPr algn="r">
              <a:defRPr/>
            </a:lvl1pPr>
          </a:lstStyle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en-GB" noProof="0"/>
              <a:t>Click to edit Master text styles</a:t>
            </a:r>
          </a:p>
          <a:p>
            <a:pPr lvl="1" rtl="0"/>
            <a:r>
              <a:rPr lang="en-GB" noProof="0"/>
              <a:t>Second level</a:t>
            </a:r>
          </a:p>
          <a:p>
            <a:pPr lvl="2" rtl="0"/>
            <a:r>
              <a:rPr lang="en-GB" noProof="0"/>
              <a:t>Third level</a:t>
            </a:r>
          </a:p>
          <a:p>
            <a:pPr lvl="3" rtl="0"/>
            <a:r>
              <a:rPr lang="en-GB" noProof="0"/>
              <a:t>Fourth level</a:t>
            </a:r>
          </a:p>
          <a:p>
            <a:pPr lvl="4" rtl="0"/>
            <a:r>
              <a:rPr lang="en-GB" noProof="0"/>
              <a:t>Fifth level</a:t>
            </a:r>
          </a:p>
        </p:txBody>
      </p:sp>
      <p:grpSp>
        <p:nvGrpSpPr>
          <p:cNvPr id="971" name="Picture Placeholder 986" descr="abstract colourful illustration of buildings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robl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Picture Placeholder 57" descr="abstract colourful illustration of buildings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5" name="Text Placeholder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olu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Picture Placeholder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20" name="Text Placeholder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roduct Overview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Picture Placeholder 1029" descr="abstract colourful illustration of buildings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en-GB" noProof="0"/>
              <a:t>7/1/20XX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19" name="Text Placeholder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pPr rtl="0"/>
            <a:r>
              <a:rPr lang="en-GB" noProof="0"/>
              <a:t>Pitch deck title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roduct Benefi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n-GB" noProof="0"/>
              <a:t>icon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n-GB" noProof="0"/>
              <a:t>icon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n-GB" noProof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34" name="Text Placeholder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35" name="Text Placeholder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rtlCol="0" anchor="b">
            <a:normAutofit/>
          </a:bodyPr>
          <a:lstStyle>
            <a:lvl1pPr>
              <a:defRPr sz="400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grpSp>
        <p:nvGrpSpPr>
          <p:cNvPr id="7" name="Picture Placeholder 795" descr="abstract colourful illustration of buildings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Business Mod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n-GB" noProof="0"/>
              <a:t>icon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n-GB" noProof="0"/>
              <a:t>icon</a:t>
            </a:r>
          </a:p>
        </p:txBody>
      </p:sp>
      <p:sp>
        <p:nvSpPr>
          <p:cNvPr id="20" name="Text Placeholder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n-GB" noProof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BULLET 2</a:t>
            </a:r>
          </a:p>
        </p:txBody>
      </p:sp>
      <p:sp>
        <p:nvSpPr>
          <p:cNvPr id="16" name="Text Placeholder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BULLET 3</a:t>
            </a:r>
          </a:p>
        </p:txBody>
      </p:sp>
      <p:sp>
        <p:nvSpPr>
          <p:cNvPr id="24" name="Text Placeholder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BULLET 4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Market Overvie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en-GB" noProof="0" smtClean="0"/>
              <a:pPr/>
              <a:t>‹#›</a:t>
            </a:fld>
            <a:endParaRPr lang="en-GB" noProof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rtlCol="0"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en-GB" noProof="0"/>
              <a:t>1</a:t>
            </a: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en-GB" noProof="0"/>
              <a:t>2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en-GB" noProof="0"/>
              <a:t>3</a:t>
            </a:r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 rtlCol="0"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24" name="Date Placeholder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Market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en-GB" noProof="0" smtClean="0"/>
              <a:pPr/>
              <a:t>‹#›</a:t>
            </a:fld>
            <a:endParaRPr lang="en-GB" noProof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rtlCol="0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en-GB" noProof="0"/>
              <a:t>1</a:t>
            </a: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en-GB" noProof="0"/>
              <a:t>2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en-GB" noProof="0"/>
              <a:t>3</a:t>
            </a:r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en-GB" noProof="0"/>
              <a:t>SECTION HEADER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en-GB" noProof="0"/>
              <a:t>SECTION HEADER</a:t>
            </a: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en-GB" noProof="0"/>
              <a:t>SECTION HEADER</a:t>
            </a:r>
          </a:p>
        </p:txBody>
      </p:sp>
      <p:sp>
        <p:nvSpPr>
          <p:cNvPr id="19" name="Date Placeholder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en-GB" noProof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en-GB" noProof="0"/>
              <a:t>Click to edit Master text styles</a:t>
            </a:r>
          </a:p>
          <a:p>
            <a:pPr lvl="1" rtl="0"/>
            <a:r>
              <a:rPr lang="en-GB" noProof="0"/>
              <a:t>Second level</a:t>
            </a:r>
          </a:p>
          <a:p>
            <a:pPr lvl="2" rtl="0"/>
            <a:r>
              <a:rPr lang="en-GB" noProof="0"/>
              <a:t>Third level</a:t>
            </a:r>
          </a:p>
          <a:p>
            <a:pPr lvl="3" rtl="0"/>
            <a:r>
              <a:rPr lang="en-GB" noProof="0"/>
              <a:t>Fourth level</a:t>
            </a:r>
          </a:p>
          <a:p>
            <a:pPr lvl="4" rtl="0"/>
            <a:r>
              <a:rPr lang="en-GB" noProof="0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en-GB" noProof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en-GB" noProof="0"/>
              <a:t>Click to edit Master text styles</a:t>
            </a:r>
          </a:p>
          <a:p>
            <a:pPr lvl="1" rtl="0"/>
            <a:r>
              <a:rPr lang="en-GB" noProof="0"/>
              <a:t>Second level</a:t>
            </a:r>
          </a:p>
          <a:p>
            <a:pPr lvl="2" rtl="0"/>
            <a:r>
              <a:rPr lang="en-GB" noProof="0"/>
              <a:t>Third level</a:t>
            </a:r>
          </a:p>
          <a:p>
            <a:pPr lvl="3" rtl="0"/>
            <a:r>
              <a:rPr lang="en-GB" noProof="0"/>
              <a:t>Fourth level</a:t>
            </a:r>
          </a:p>
          <a:p>
            <a:pPr lvl="4" rtl="0"/>
            <a:r>
              <a:rPr lang="en-GB" noProof="0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Quadra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en-GB" noProof="0" smtClean="0"/>
              <a:pPr/>
              <a:t>‹#›</a:t>
            </a:fld>
            <a:endParaRPr lang="en-GB" noProof="0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QUADRANT TITLE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QUADRANT TITLE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 rtlCol="0"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QUADRANT TITLE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 rtlCol="0"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QUADRANT TITLE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Date Placeholder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Growth Strategy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32" name="Text Placeholder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34" name="Text Placeholder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20" name="Text Placeholder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31" name="Text Placeholder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33" name="Text Placeholder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grpSp>
        <p:nvGrpSpPr>
          <p:cNvPr id="956" name="Picture Placeholder 1925" descr="abstract colourful illustration of buildings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</p:grpSp>
      <p:sp>
        <p:nvSpPr>
          <p:cNvPr id="959" name="Footer Placeholder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en-GB" noProof="0"/>
              <a:t>7/1/20XX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72768" y="704088"/>
            <a:ext cx="9052560" cy="640080"/>
          </a:xfrm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en-GB" noProof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923544" y="2670048"/>
            <a:ext cx="4901184" cy="3200400"/>
          </a:xfrm>
        </p:spPr>
        <p:txBody>
          <a:bodyPr rtlCol="0"/>
          <a:lstStyle/>
          <a:p>
            <a:pPr lvl="0" rtl="0"/>
            <a:r>
              <a:rPr lang="en-GB" noProof="0"/>
              <a:t>Click to edit Master text styles</a:t>
            </a:r>
          </a:p>
          <a:p>
            <a:pPr lvl="1" rtl="0"/>
            <a:r>
              <a:rPr lang="en-GB" noProof="0"/>
              <a:t>Second level</a:t>
            </a:r>
          </a:p>
          <a:p>
            <a:pPr lvl="2" rtl="0"/>
            <a:r>
              <a:rPr lang="en-GB" noProof="0"/>
              <a:t>Third level</a:t>
            </a:r>
          </a:p>
          <a:p>
            <a:pPr lvl="3" rtl="0"/>
            <a:r>
              <a:rPr lang="en-GB" noProof="0"/>
              <a:t>Fourth level</a:t>
            </a:r>
          </a:p>
          <a:p>
            <a:pPr lvl="4" rtl="0"/>
            <a:r>
              <a:rPr lang="en-GB" noProof="0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en-GB" noProof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364224" y="2532888"/>
            <a:ext cx="5166360" cy="3694176"/>
          </a:xfrm>
        </p:spPr>
        <p:txBody>
          <a:bodyPr rtlCol="0"/>
          <a:lstStyle/>
          <a:p>
            <a:pPr lvl="0" rtl="0"/>
            <a:r>
              <a:rPr lang="en-GB" noProof="0"/>
              <a:t>Click to edit Master text styles</a:t>
            </a:r>
          </a:p>
          <a:p>
            <a:pPr lvl="1" rtl="0"/>
            <a:r>
              <a:rPr lang="en-GB" noProof="0"/>
              <a:t>Second level</a:t>
            </a:r>
          </a:p>
          <a:p>
            <a:pPr lvl="2" rtl="0"/>
            <a:r>
              <a:rPr lang="en-GB" noProof="0"/>
              <a:t>Third level</a:t>
            </a:r>
          </a:p>
          <a:p>
            <a:pPr lvl="3" rtl="0"/>
            <a:r>
              <a:rPr lang="en-GB" noProof="0"/>
              <a:t>Fourth level</a:t>
            </a:r>
          </a:p>
          <a:p>
            <a:pPr lvl="4" rtl="0"/>
            <a:r>
              <a:rPr lang="en-GB" noProof="0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en-GB" noProof="0" smtClean="0"/>
              <a:pPr/>
              <a:t>‹#›</a:t>
            </a:fld>
            <a:endParaRPr lang="en-GB" noProof="0"/>
          </a:p>
        </p:txBody>
      </p:sp>
      <p:sp>
        <p:nvSpPr>
          <p:cNvPr id="39" name="Text Placeholder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Year</a:t>
            </a:r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1" name="Text Placeholder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4" name="Text Placeholder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Year</a:t>
            </a:r>
          </a:p>
        </p:txBody>
      </p:sp>
      <p:sp>
        <p:nvSpPr>
          <p:cNvPr id="45" name="Text Placeholder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1" name="Text Placeholder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2" name="Text Placeholder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3" name="Text Placeholder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5" name="Text Placeholder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7" name="Text Placeholder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8" name="Text Placeholder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9" name="Text Placeholder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60" name="Text Placeholder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61" name="Text Placeholder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62" name="Text Placeholder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xt Placeholder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rtlCol="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Item Title</a:t>
            </a:r>
          </a:p>
        </p:txBody>
      </p:sp>
      <p:sp>
        <p:nvSpPr>
          <p:cNvPr id="67" name="Text Placeholder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 rtlCol="0"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 rtl="0"/>
            <a:r>
              <a:rPr lang="en-GB" noProof="0"/>
              <a:t>Month, Year</a:t>
            </a:r>
          </a:p>
        </p:txBody>
      </p:sp>
      <p:sp>
        <p:nvSpPr>
          <p:cNvPr id="68" name="Date Placeholder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Financ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5924" y="1825625"/>
            <a:ext cx="10360152" cy="4351338"/>
          </a:xfrm>
        </p:spPr>
        <p:txBody>
          <a:bodyPr rtlCol="0"/>
          <a:lstStyle/>
          <a:p>
            <a:pPr lvl="0" rtl="0"/>
            <a:r>
              <a:rPr lang="en-GB" noProof="0"/>
              <a:t>Click to edit Master text styles</a:t>
            </a:r>
          </a:p>
          <a:p>
            <a:pPr lvl="1" rtl="0"/>
            <a:r>
              <a:rPr lang="en-GB" noProof="0"/>
              <a:t>Second level</a:t>
            </a:r>
          </a:p>
          <a:p>
            <a:pPr lvl="2" rtl="0"/>
            <a:r>
              <a:rPr lang="en-GB" noProof="0"/>
              <a:t>Third level</a:t>
            </a:r>
          </a:p>
          <a:p>
            <a:pPr lvl="3" rtl="0"/>
            <a:r>
              <a:rPr lang="en-GB" noProof="0"/>
              <a:t>Fourth level</a:t>
            </a:r>
          </a:p>
          <a:p>
            <a:pPr lvl="4" rtl="0"/>
            <a:r>
              <a:rPr lang="en-GB" noProof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eam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/>
              <a:t>Click icon to add picture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15" name="Picture Placeholder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/>
              <a:t>Click icon to add picture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19" name="Picture Placeholder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/>
              <a:t>Click icon to add picture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23" name="Picture Placeholder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eam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41" name="Picture Placeholder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/>
              <a:t>Click icon to add picture</a:t>
            </a: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43" name="Picture Placeholder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/>
              <a:t>Click icon to add picture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45" name="Picture Placeholder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/>
              <a:t>Click icon to add picture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47" name="Picture Placeholder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/>
              <a:t>Click icon to add picture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25" name="Text Placeholder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29" name="Text Placeholder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30" name="Text Placeholder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33" name="Text Placeholder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34" name="Text Placeholder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37" name="Text Placeholder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38" name="Text Placeholder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55" name="Picture Placeholder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/>
              <a:t>Click icon to add picture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57" name="Picture Placeholder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/>
              <a:t>Click icon to add picture</a:t>
            </a:r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59" name="Picture Placeholder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/>
              <a:t>Click icon to add picture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61" name="Picture Placeholder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Fun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8" name="Content Placeholder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9" name="Content Placeholder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0" name="Content Placeholder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en-GB" noProof="0"/>
              <a:t>CLICK TO EDIT SUBTITLE</a:t>
            </a:r>
          </a:p>
        </p:txBody>
      </p:sp>
      <p:sp>
        <p:nvSpPr>
          <p:cNvPr id="12" name="Text Placeholder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en-GB" noProof="0"/>
              <a:t>CLICK TO EDIT SUBTITLE</a:t>
            </a:r>
          </a:p>
        </p:txBody>
      </p:sp>
      <p:sp>
        <p:nvSpPr>
          <p:cNvPr id="14" name="Text Placeholder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en-GB" noProof="0"/>
              <a:t>CLICK TO EDIT SUBTITLE</a:t>
            </a:r>
          </a:p>
        </p:txBody>
      </p:sp>
      <p:sp>
        <p:nvSpPr>
          <p:cNvPr id="16" name="Text Placeholder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en-GB" noProof="0"/>
              <a:t>CLICK TO EDIT SUBTITLE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9" name="Text Placeholder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20" name="Text Placeholder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21" name="Text Placeholder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22" name="Text Placeholder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Summary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Picture Placeholder 20" descr="abstract colourful illustration of buildings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 rtlCol="0"/>
          <a:lstStyle/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  <p:sp>
        <p:nvSpPr>
          <p:cNvPr id="675" name="Text Placeholder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117336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en-GB" noProof="0"/>
              <a:t>Click to edit Master text styles</a:t>
            </a:r>
          </a:p>
          <a:p>
            <a:pPr lvl="1" rtl="0"/>
            <a:r>
              <a:rPr lang="en-GB" noProof="0"/>
              <a:t>Second level</a:t>
            </a:r>
          </a:p>
          <a:p>
            <a:pPr lvl="2" rtl="0"/>
            <a:r>
              <a:rPr lang="en-GB" noProof="0"/>
              <a:t>Third level</a:t>
            </a:r>
          </a:p>
          <a:p>
            <a:pPr lvl="3" rtl="0"/>
            <a:r>
              <a:rPr lang="en-GB" noProof="0"/>
              <a:t>Fourth level</a:t>
            </a:r>
          </a:p>
          <a:p>
            <a:pPr lvl="4" rtl="0"/>
            <a:r>
              <a:rPr lang="en-GB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hank You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rtlCol="0" anchor="b" anchorCtr="0"/>
          <a:lstStyle/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 rtlCol="0"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grpSp>
        <p:nvGrpSpPr>
          <p:cNvPr id="10" name="Picture Placeholder 44" descr="abstract colourful illustration of buildings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</p:grp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 rtlCol="0"/>
          <a:lstStyle/>
          <a:p>
            <a:pPr lvl="0" rtl="0"/>
            <a:r>
              <a:rPr lang="en-GB" noProof="0"/>
              <a:t>Click to edit Master text styles</a:t>
            </a:r>
          </a:p>
          <a:p>
            <a:pPr lvl="1" rtl="0"/>
            <a:r>
              <a:rPr lang="en-GB" noProof="0"/>
              <a:t>Second level</a:t>
            </a:r>
          </a:p>
          <a:p>
            <a:pPr lvl="2" rtl="0"/>
            <a:r>
              <a:rPr lang="en-GB" noProof="0"/>
              <a:t>Third level</a:t>
            </a:r>
          </a:p>
          <a:p>
            <a:pPr lvl="3" rtl="0"/>
            <a:r>
              <a:rPr lang="en-GB" noProof="0"/>
              <a:t>Fourth level</a:t>
            </a:r>
          </a:p>
          <a:p>
            <a:pPr lvl="4" rtl="0"/>
            <a:r>
              <a:rPr lang="en-GB" noProof="0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 rtlCol="0"/>
          <a:lstStyle/>
          <a:p>
            <a:pPr lvl="0" rtl="0"/>
            <a:r>
              <a:rPr lang="en-GB" noProof="0"/>
              <a:t>Click to edit Master text styles</a:t>
            </a:r>
          </a:p>
          <a:p>
            <a:pPr lvl="1" rtl="0"/>
            <a:r>
              <a:rPr lang="en-GB" noProof="0"/>
              <a:t>Second level</a:t>
            </a:r>
          </a:p>
          <a:p>
            <a:pPr lvl="2" rtl="0"/>
            <a:r>
              <a:rPr lang="en-GB" noProof="0"/>
              <a:t>Third level</a:t>
            </a:r>
          </a:p>
          <a:p>
            <a:pPr lvl="3" rtl="0"/>
            <a:r>
              <a:rPr lang="en-GB" noProof="0"/>
              <a:t>Fourth level</a:t>
            </a:r>
          </a:p>
          <a:p>
            <a:pPr lvl="4" rtl="0"/>
            <a:r>
              <a:rPr lang="en-GB" noProof="0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rtlCol="0" anchor="b"/>
          <a:lstStyle>
            <a:lvl1pPr>
              <a:defRPr sz="3200"/>
            </a:lvl1pPr>
          </a:lstStyle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 rtlCol="0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rtl="0"/>
            <a:r>
              <a:rPr lang="en-GB" noProof="0"/>
              <a:t>Click to edit Master text styles</a:t>
            </a:r>
          </a:p>
          <a:p>
            <a:pPr lvl="1" rtl="0"/>
            <a:r>
              <a:rPr lang="en-GB" noProof="0"/>
              <a:t>Second level</a:t>
            </a:r>
          </a:p>
          <a:p>
            <a:pPr lvl="2" rtl="0"/>
            <a:r>
              <a:rPr lang="en-GB" noProof="0"/>
              <a:t>Third level</a:t>
            </a:r>
          </a:p>
          <a:p>
            <a:pPr lvl="3" rtl="0"/>
            <a:r>
              <a:rPr lang="en-GB" noProof="0"/>
              <a:t>Fourth level</a:t>
            </a:r>
          </a:p>
          <a:p>
            <a:pPr lvl="4" rtl="0"/>
            <a:r>
              <a:rPr lang="en-GB" noProof="0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 rtlCol="0"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 rtl="0"/>
            <a:r>
              <a:rPr lang="en-GB" noProof="0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 rtl="0"/>
            <a:r>
              <a:rPr lang="en-GB" noProof="0"/>
              <a:t>Click to edit Master text styles</a:t>
            </a:r>
          </a:p>
          <a:p>
            <a:pPr lvl="1" rtl="0"/>
            <a:r>
              <a:rPr lang="en-GB" noProof="0"/>
              <a:t>Second level</a:t>
            </a:r>
          </a:p>
          <a:p>
            <a:pPr lvl="2" rtl="0"/>
            <a:r>
              <a:rPr lang="en-GB" noProof="0"/>
              <a:t>Third level</a:t>
            </a:r>
          </a:p>
          <a:p>
            <a:pPr lvl="3" rtl="0"/>
            <a:r>
              <a:rPr lang="en-GB" noProof="0"/>
              <a:t>Fourth level</a:t>
            </a:r>
          </a:p>
          <a:p>
            <a:pPr lvl="4" rtl="0"/>
            <a:r>
              <a:rPr lang="en-GB" noProof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pos="1920" userDrawn="1">
          <p15:clr>
            <a:srgbClr val="F26B43"/>
          </p15:clr>
        </p15:guide>
        <p15:guide id="3" pos="5760" userDrawn="1">
          <p15:clr>
            <a:srgbClr val="F26B43"/>
          </p15:clr>
        </p15:guide>
        <p15:guide id="4" pos="7104" userDrawn="1">
          <p15:clr>
            <a:srgbClr val="C35EA4"/>
          </p15:clr>
        </p15:guide>
        <p15:guide id="5" pos="576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5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6.png"/><Relationship Id="rId7" Type="http://schemas.openxmlformats.org/officeDocument/2006/relationships/image" Target="../media/image1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3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>
            <a:extLst>
              <a:ext uri="{FF2B5EF4-FFF2-40B4-BE49-F238E27FC236}">
                <a16:creationId xmlns:a16="http://schemas.microsoft.com/office/drawing/2014/main" id="{F9A70E70-C058-4A66-85BB-82F2C235E0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437376" y="1874520"/>
            <a:ext cx="4535424" cy="1547583"/>
          </a:xfrm>
        </p:spPr>
        <p:txBody>
          <a:bodyPr rtlCol="0"/>
          <a:lstStyle/>
          <a:p>
            <a:pPr rtl="0"/>
            <a:r>
              <a:rPr lang="en-GB" dirty="0"/>
              <a:t>App dos Saltos</a:t>
            </a:r>
          </a:p>
        </p:txBody>
      </p:sp>
      <p:sp>
        <p:nvSpPr>
          <p:cNvPr id="20" name="Subtitle 2">
            <a:extLst>
              <a:ext uri="{FF2B5EF4-FFF2-40B4-BE49-F238E27FC236}">
                <a16:creationId xmlns:a16="http://schemas.microsoft.com/office/drawing/2014/main" id="{B1DFF4FF-96BE-9147-96D1-A240ED566C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 rtlCol="0"/>
          <a:lstStyle/>
          <a:p>
            <a:pPr rtl="0"/>
            <a:r>
              <a:rPr lang="pt-PT" dirty="0"/>
              <a:t>G</a:t>
            </a:r>
            <a:r>
              <a:rPr lang="en-GB" dirty="0" err="1"/>
              <a:t>onçalo</a:t>
            </a:r>
            <a:r>
              <a:rPr lang="en-GB" dirty="0"/>
              <a:t> Silva</a:t>
            </a:r>
          </a:p>
        </p:txBody>
      </p:sp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  <p:transition spd="slow">
    <p:push dir="u"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19F29B-F233-48AF-8261-F33A4E079E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289304"/>
            <a:ext cx="4114800" cy="1325563"/>
          </a:xfrm>
        </p:spPr>
        <p:txBody>
          <a:bodyPr rtlCol="0">
            <a:normAutofit/>
          </a:bodyPr>
          <a:lstStyle/>
          <a:p>
            <a:pPr rtl="0"/>
            <a:r>
              <a:rPr lang="en-GB" dirty="0"/>
              <a:t>O </a:t>
            </a:r>
            <a:r>
              <a:rPr lang="en-GB" dirty="0" err="1"/>
              <a:t>Problema</a:t>
            </a:r>
            <a:endParaRPr lang="en-GB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35E3EA69-4E0E-41BD-8095-A124225A26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816352"/>
            <a:ext cx="4114800" cy="2779776"/>
          </a:xfrm>
        </p:spPr>
        <p:txBody>
          <a:bodyPr vert="horz" lIns="91440" tIns="45720" rIns="91440" bIns="45720" rtlCol="0" anchor="t">
            <a:normAutofit/>
          </a:bodyPr>
          <a:lstStyle/>
          <a:p>
            <a:pPr rtl="0"/>
            <a:endParaRPr lang="en-GB" dirty="0"/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DF477A88-2AF7-461F-A62A-2370C03845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smtClean="0"/>
              <a:pPr/>
              <a:t>2</a:t>
            </a:fld>
            <a:endParaRPr lang="en-GB"/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F856AAEA-FC4A-FF33-9B11-24198FDF4D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8200" y="2381854"/>
            <a:ext cx="4188411" cy="3722560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0"/>
          </a:effectLst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32E8213A-2AE0-7B0A-BAC0-6777D7680ED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0575" y="2306742"/>
            <a:ext cx="4635952" cy="3860159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2B176B79-3B3F-7B5C-5A72-08F544CB778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78303" y="2306742"/>
            <a:ext cx="4829174" cy="3245987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C621B39B-81DE-009C-2C4B-9500E41D4C4D}"/>
              </a:ext>
            </a:extLst>
          </p:cNvPr>
          <p:cNvSpPr/>
          <p:nvPr/>
        </p:nvSpPr>
        <p:spPr>
          <a:xfrm>
            <a:off x="697914" y="5596128"/>
            <a:ext cx="4940885" cy="61417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20991316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5031FE9-9059-4FE8-B4AC-9771F23A1B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16893" y="365125"/>
            <a:ext cx="5669280" cy="1325563"/>
          </a:xfrm>
        </p:spPr>
        <p:txBody>
          <a:bodyPr rtlCol="0">
            <a:normAutofit/>
          </a:bodyPr>
          <a:lstStyle/>
          <a:p>
            <a:pPr rtl="0"/>
            <a:r>
              <a:rPr lang="en-GB" dirty="0" err="1"/>
              <a:t>SOLUção</a:t>
            </a:r>
            <a:endParaRPr lang="en-GB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D8E6824E-0D47-49EA-8EE0-CE2D88B71C9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015158" y="1691640"/>
            <a:ext cx="5669280" cy="365760"/>
          </a:xfrm>
        </p:spPr>
        <p:txBody>
          <a:bodyPr rtlCol="0">
            <a:noAutofit/>
          </a:bodyPr>
          <a:lstStyle/>
          <a:p>
            <a:pPr rtl="0"/>
            <a:r>
              <a:rPr lang="en-GB" dirty="0"/>
              <a:t>EXERCÍCIO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4A2EB3F-4D60-451F-8F45-7D6654D2FC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015158" y="2103120"/>
            <a:ext cx="5669280" cy="640080"/>
          </a:xfrm>
        </p:spPr>
        <p:txBody>
          <a:bodyPr vert="horz" lIns="91440" tIns="45720" rIns="91440" bIns="45720" rtlCol="0" anchor="t">
            <a:normAutofit/>
          </a:bodyPr>
          <a:lstStyle/>
          <a:p>
            <a:pPr rtl="0"/>
            <a:r>
              <a:rPr lang="en-GB" dirty="0" err="1"/>
              <a:t>Exercício</a:t>
            </a:r>
            <a:r>
              <a:rPr lang="en-GB" dirty="0"/>
              <a:t> </a:t>
            </a:r>
            <a:r>
              <a:rPr lang="en-GB" dirty="0" err="1"/>
              <a:t>que</a:t>
            </a:r>
            <a:r>
              <a:rPr lang="en-GB" dirty="0"/>
              <a:t> </a:t>
            </a:r>
            <a:r>
              <a:rPr lang="en-GB" dirty="0" err="1"/>
              <a:t>possibilita</a:t>
            </a:r>
            <a:r>
              <a:rPr lang="en-GB" dirty="0"/>
              <a:t> um regime de Alta e </a:t>
            </a:r>
            <a:r>
              <a:rPr lang="en-GB" dirty="0" err="1"/>
              <a:t>Média</a:t>
            </a:r>
            <a:r>
              <a:rPr lang="en-GB" dirty="0"/>
              <a:t> </a:t>
            </a:r>
            <a:r>
              <a:rPr lang="en-GB" dirty="0" err="1"/>
              <a:t>intensidade</a:t>
            </a:r>
            <a:r>
              <a:rPr lang="en-GB" dirty="0"/>
              <a:t>;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627E3C21-87F8-4497-8569-36A5D95EC8B5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023174" y="2612898"/>
            <a:ext cx="5669280" cy="365760"/>
          </a:xfrm>
        </p:spPr>
        <p:txBody>
          <a:bodyPr rtlCol="0">
            <a:noAutofit/>
          </a:bodyPr>
          <a:lstStyle/>
          <a:p>
            <a:pPr rtl="0"/>
            <a:r>
              <a:rPr lang="en-GB" dirty="0"/>
              <a:t>AUDIÊNCIA-ALVO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3D14621F-E216-481D-9308-97B0F79B6DAA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023174" y="3033522"/>
            <a:ext cx="5669280" cy="365760"/>
          </a:xfrm>
        </p:spPr>
        <p:txBody>
          <a:bodyPr rtlCol="0"/>
          <a:lstStyle/>
          <a:p>
            <a:pPr rtl="0"/>
            <a:r>
              <a:rPr lang="en-GB" dirty="0" err="1"/>
              <a:t>Todas</a:t>
            </a:r>
            <a:r>
              <a:rPr lang="en-GB" dirty="0"/>
              <a:t> as </a:t>
            </a:r>
            <a:r>
              <a:rPr lang="en-GB" dirty="0" err="1"/>
              <a:t>idades</a:t>
            </a:r>
            <a:r>
              <a:rPr lang="en-GB" dirty="0"/>
              <a:t>;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E9243144-E2F2-49CE-BDE1-6E00A2555F98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24437" y="3573018"/>
            <a:ext cx="5669280" cy="365760"/>
          </a:xfrm>
        </p:spPr>
        <p:txBody>
          <a:bodyPr rtlCol="0">
            <a:noAutofit/>
          </a:bodyPr>
          <a:lstStyle/>
          <a:p>
            <a:pPr rtl="0"/>
            <a:r>
              <a:rPr lang="en-GB" dirty="0"/>
              <a:t>CUSTO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DC230641-EC34-4C9D-AC9A-13EE61C8190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024437" y="3984498"/>
            <a:ext cx="5669280" cy="365760"/>
          </a:xfrm>
        </p:spPr>
        <p:txBody>
          <a:bodyPr rtlCol="0">
            <a:normAutofit/>
          </a:bodyPr>
          <a:lstStyle/>
          <a:p>
            <a:pPr rtl="0"/>
            <a:r>
              <a:rPr lang="pt-PT" dirty="0"/>
              <a:t>D</a:t>
            </a:r>
            <a:r>
              <a:rPr lang="en-GB" dirty="0"/>
              <a:t>eve ser algo </a:t>
            </a:r>
            <a:r>
              <a:rPr lang="en-GB" dirty="0" err="1"/>
              <a:t>acessível</a:t>
            </a:r>
            <a:r>
              <a:rPr lang="en-GB" dirty="0"/>
              <a:t> </a:t>
            </a:r>
            <a:r>
              <a:rPr lang="en-GB" dirty="0" err="1"/>
              <a:t>monetáriamente</a:t>
            </a:r>
            <a:r>
              <a:rPr lang="en-GB" dirty="0"/>
              <a:t>;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C06C2114-7A69-43E0-801C-F0779B58AF1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025896" y="4514850"/>
            <a:ext cx="5669280" cy="365760"/>
          </a:xfrm>
        </p:spPr>
        <p:txBody>
          <a:bodyPr rtlCol="0">
            <a:noAutofit/>
          </a:bodyPr>
          <a:lstStyle/>
          <a:p>
            <a:pPr rtl="0"/>
            <a:r>
              <a:rPr lang="en-GB" dirty="0"/>
              <a:t>FÁCIL DE EXECUTAR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1018725B-A88C-41E8-8D6A-44DF7A9F132D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025896" y="4944618"/>
            <a:ext cx="5669280" cy="640080"/>
          </a:xfrm>
        </p:spPr>
        <p:txBody>
          <a:bodyPr rtlCol="0">
            <a:normAutofit/>
          </a:bodyPr>
          <a:lstStyle/>
          <a:p>
            <a:pPr rtl="0"/>
            <a:r>
              <a:rPr lang="pt-PT" dirty="0"/>
              <a:t>O</a:t>
            </a:r>
            <a:r>
              <a:rPr lang="en-GB" dirty="0"/>
              <a:t>s </a:t>
            </a:r>
            <a:r>
              <a:rPr lang="en-GB" dirty="0" err="1"/>
              <a:t>requerimentos</a:t>
            </a:r>
            <a:r>
              <a:rPr lang="en-GB" dirty="0"/>
              <a:t> </a:t>
            </a:r>
            <a:r>
              <a:rPr lang="en-GB" dirty="0" err="1"/>
              <a:t>físicos</a:t>
            </a:r>
            <a:r>
              <a:rPr lang="en-GB" dirty="0"/>
              <a:t> </a:t>
            </a:r>
            <a:r>
              <a:rPr lang="en-GB" dirty="0" err="1"/>
              <a:t>devem</a:t>
            </a:r>
            <a:r>
              <a:rPr lang="en-GB" dirty="0"/>
              <a:t> ser </a:t>
            </a:r>
            <a:r>
              <a:rPr lang="en-GB" dirty="0" err="1"/>
              <a:t>translacionais</a:t>
            </a:r>
            <a:r>
              <a:rPr lang="en-GB" dirty="0"/>
              <a:t> a </a:t>
            </a:r>
            <a:r>
              <a:rPr lang="en-GB" dirty="0" err="1"/>
              <a:t>crianças</a:t>
            </a:r>
            <a:r>
              <a:rPr lang="en-GB" dirty="0"/>
              <a:t>, </a:t>
            </a:r>
            <a:r>
              <a:rPr lang="en-GB" dirty="0" err="1"/>
              <a:t>jovens</a:t>
            </a:r>
            <a:r>
              <a:rPr lang="en-GB" dirty="0"/>
              <a:t> e </a:t>
            </a:r>
            <a:r>
              <a:rPr lang="en-GB" dirty="0" err="1"/>
              <a:t>adultos</a:t>
            </a:r>
            <a:r>
              <a:rPr lang="en-GB" dirty="0"/>
              <a:t>.</a:t>
            </a:r>
          </a:p>
        </p:txBody>
      </p:sp>
      <p:sp>
        <p:nvSpPr>
          <p:cNvPr id="46" name="Slide Number Placeholder 45">
            <a:extLst>
              <a:ext uri="{FF2B5EF4-FFF2-40B4-BE49-F238E27FC236}">
                <a16:creationId xmlns:a16="http://schemas.microsoft.com/office/drawing/2014/main" id="{8A87D3CE-45F6-472C-A82F-FE244BA4AE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smtClean="0"/>
              <a:pPr rtl="0"/>
              <a:t>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75124906"/>
      </p:ext>
    </p:extLst>
  </p:cSld>
  <p:clrMapOvr>
    <a:masterClrMapping/>
  </p:clrMapOvr>
  <p:transition spd="slow">
    <p:push dir="u"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37BB13-4AF5-4C37-A4E4-C8EBF618E4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9860" y="365760"/>
            <a:ext cx="10318690" cy="1325880"/>
          </a:xfrm>
        </p:spPr>
        <p:txBody>
          <a:bodyPr rtlCol="0"/>
          <a:lstStyle/>
          <a:p>
            <a:pPr rtl="0"/>
            <a:r>
              <a:rPr lang="en-GB" dirty="0"/>
              <a:t>APP DOS SALTOS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FB02A17B-8C7F-4600-9FBE-49BE31E3E1FA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767910" y="1854574"/>
            <a:ext cx="4114800" cy="428755"/>
          </a:xfrm>
        </p:spPr>
        <p:txBody>
          <a:bodyPr rtlCol="0"/>
          <a:lstStyle/>
          <a:p>
            <a:pPr rtl="0"/>
            <a:r>
              <a:rPr lang="en-GB" dirty="0"/>
              <a:t>CÁLCULO E CLASSIFICAÇÃO IMC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70419B2-F393-4213-A2F2-54D877B3EE4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764862" y="2282238"/>
            <a:ext cx="4114800" cy="822960"/>
          </a:xfrm>
        </p:spPr>
        <p:txBody>
          <a:bodyPr rtlCol="0"/>
          <a:lstStyle/>
          <a:p>
            <a:pPr rtl="0"/>
            <a:r>
              <a:rPr lang="en-GB" dirty="0" err="1"/>
              <a:t>Registo</a:t>
            </a:r>
            <a:r>
              <a:rPr lang="en-GB" dirty="0"/>
              <a:t> de </a:t>
            </a:r>
            <a:r>
              <a:rPr lang="en-GB" dirty="0" err="1"/>
              <a:t>informações</a:t>
            </a:r>
            <a:r>
              <a:rPr lang="en-GB" dirty="0"/>
              <a:t> </a:t>
            </a:r>
            <a:r>
              <a:rPr lang="en-GB" dirty="0" err="1"/>
              <a:t>como</a:t>
            </a:r>
            <a:r>
              <a:rPr lang="en-GB" dirty="0"/>
              <a:t> peso e </a:t>
            </a:r>
            <a:r>
              <a:rPr lang="en-GB" dirty="0" err="1"/>
              <a:t>altura</a:t>
            </a:r>
            <a:r>
              <a:rPr lang="en-GB" dirty="0"/>
              <a:t> </a:t>
            </a:r>
            <a:r>
              <a:rPr lang="en-GB" dirty="0" err="1"/>
              <a:t>são</a:t>
            </a:r>
            <a:r>
              <a:rPr lang="en-GB" dirty="0"/>
              <a:t> </a:t>
            </a:r>
            <a:r>
              <a:rPr lang="en-GB" dirty="0" err="1"/>
              <a:t>essenciais</a:t>
            </a:r>
            <a:r>
              <a:rPr lang="en-GB" dirty="0"/>
              <a:t> para o </a:t>
            </a:r>
            <a:r>
              <a:rPr lang="en-GB" dirty="0" err="1"/>
              <a:t>cálculo</a:t>
            </a:r>
            <a:r>
              <a:rPr lang="en-GB" dirty="0"/>
              <a:t> e </a:t>
            </a:r>
            <a:r>
              <a:rPr lang="en-GB" dirty="0" err="1"/>
              <a:t>registo</a:t>
            </a:r>
            <a:r>
              <a:rPr lang="en-GB" dirty="0"/>
              <a:t> de IMC;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07A6D8A-72F9-4BD4-A4AE-69013301D93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766835" y="3099816"/>
            <a:ext cx="4114800" cy="428755"/>
          </a:xfrm>
        </p:spPr>
        <p:txBody>
          <a:bodyPr rtlCol="0"/>
          <a:lstStyle/>
          <a:p>
            <a:pPr rtl="0"/>
            <a:r>
              <a:rPr lang="en-GB" dirty="0"/>
              <a:t>CÁLCULO DISPENDIO ENERGÉTICO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A83EA85C-EBA3-4B50-86CE-7FD4A374EC95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766835" y="3529584"/>
            <a:ext cx="4114800" cy="822960"/>
          </a:xfrm>
        </p:spPr>
        <p:txBody>
          <a:bodyPr rtlCol="0"/>
          <a:lstStyle/>
          <a:p>
            <a:pPr rtl="0"/>
            <a:r>
              <a:rPr lang="en-GB" dirty="0" err="1"/>
              <a:t>Através</a:t>
            </a:r>
            <a:r>
              <a:rPr lang="en-GB" dirty="0"/>
              <a:t> de </a:t>
            </a:r>
            <a:r>
              <a:rPr lang="en-GB" dirty="0" err="1"/>
              <a:t>uma</a:t>
            </a:r>
            <a:r>
              <a:rPr lang="en-GB" dirty="0"/>
              <a:t> formula </a:t>
            </a:r>
            <a:r>
              <a:rPr lang="en-GB" dirty="0" err="1"/>
              <a:t>matemática</a:t>
            </a:r>
            <a:r>
              <a:rPr lang="en-GB" dirty="0"/>
              <a:t> é </a:t>
            </a:r>
            <a:r>
              <a:rPr lang="en-GB" dirty="0" err="1"/>
              <a:t>possível</a:t>
            </a:r>
            <a:r>
              <a:rPr lang="en-GB" dirty="0"/>
              <a:t> </a:t>
            </a:r>
            <a:r>
              <a:rPr lang="en-GB" dirty="0" err="1"/>
              <a:t>calcular</a:t>
            </a:r>
            <a:r>
              <a:rPr lang="en-GB" dirty="0"/>
              <a:t> o </a:t>
            </a:r>
            <a:r>
              <a:rPr lang="en-GB" dirty="0" err="1"/>
              <a:t>gasto</a:t>
            </a:r>
            <a:r>
              <a:rPr lang="en-GB" dirty="0"/>
              <a:t> </a:t>
            </a:r>
            <a:r>
              <a:rPr lang="en-GB" dirty="0" err="1"/>
              <a:t>energético</a:t>
            </a:r>
            <a:r>
              <a:rPr lang="en-GB" dirty="0"/>
              <a:t>;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3247631-4CDA-4DAE-BFB7-19E0E06A3FE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311403" y="1856232"/>
            <a:ext cx="4114800" cy="428755"/>
          </a:xfrm>
        </p:spPr>
        <p:txBody>
          <a:bodyPr rtlCol="0"/>
          <a:lstStyle/>
          <a:p>
            <a:pPr rtl="0"/>
            <a:r>
              <a:rPr lang="en-GB" dirty="0"/>
              <a:t>CONTAR SALTOS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8C01D04F-A541-4735-B655-9BDF5313C65C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311403" y="2280435"/>
            <a:ext cx="4114800" cy="822960"/>
          </a:xfrm>
        </p:spPr>
        <p:txBody>
          <a:bodyPr rtlCol="0"/>
          <a:lstStyle/>
          <a:p>
            <a:pPr rtl="0"/>
            <a:r>
              <a:rPr lang="en-GB" dirty="0"/>
              <a:t>No </a:t>
            </a:r>
            <a:r>
              <a:rPr lang="en-GB" dirty="0" err="1"/>
              <a:t>fim</a:t>
            </a:r>
            <a:r>
              <a:rPr lang="en-GB" dirty="0"/>
              <a:t> de </a:t>
            </a:r>
            <a:r>
              <a:rPr lang="en-GB" dirty="0" err="1"/>
              <a:t>cada</a:t>
            </a:r>
            <a:r>
              <a:rPr lang="en-GB" dirty="0"/>
              <a:t> </a:t>
            </a:r>
            <a:r>
              <a:rPr lang="en-GB" dirty="0" err="1"/>
              <a:t>sessão</a:t>
            </a:r>
            <a:r>
              <a:rPr lang="en-GB" dirty="0"/>
              <a:t> é </a:t>
            </a:r>
            <a:r>
              <a:rPr lang="en-GB" dirty="0" err="1"/>
              <a:t>possível</a:t>
            </a:r>
            <a:r>
              <a:rPr lang="en-GB" dirty="0"/>
              <a:t> </a:t>
            </a:r>
            <a:r>
              <a:rPr lang="en-GB" dirty="0" err="1"/>
              <a:t>registar</a:t>
            </a:r>
            <a:r>
              <a:rPr lang="en-GB" dirty="0"/>
              <a:t> a </a:t>
            </a:r>
            <a:r>
              <a:rPr lang="en-GB" dirty="0" err="1"/>
              <a:t>quantidade</a:t>
            </a:r>
            <a:r>
              <a:rPr lang="en-GB" dirty="0"/>
              <a:t> de </a:t>
            </a:r>
            <a:r>
              <a:rPr lang="en-GB" dirty="0" err="1"/>
              <a:t>saltos</a:t>
            </a:r>
            <a:r>
              <a:rPr lang="en-GB" dirty="0"/>
              <a:t> dados;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7F67EAD8-DD92-4AEB-8BE7-53E5FA194B44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6311403" y="3099816"/>
            <a:ext cx="4114800" cy="428755"/>
          </a:xfrm>
        </p:spPr>
        <p:txBody>
          <a:bodyPr rtlCol="0"/>
          <a:lstStyle/>
          <a:p>
            <a:pPr rtl="0"/>
            <a:r>
              <a:rPr lang="en-GB" dirty="0"/>
              <a:t>CRIAÇÃO E REGISTO DE SESSÕES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44E7FBD4-2705-45F7-AB4F-8925DE1DB8D3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311403" y="3529584"/>
            <a:ext cx="4114800" cy="822960"/>
          </a:xfrm>
        </p:spPr>
        <p:txBody>
          <a:bodyPr rtlCol="0"/>
          <a:lstStyle/>
          <a:p>
            <a:pPr rtl="0"/>
            <a:r>
              <a:rPr lang="en-GB" dirty="0" err="1"/>
              <a:t>Após</a:t>
            </a:r>
            <a:r>
              <a:rPr lang="en-GB" dirty="0"/>
              <a:t> </a:t>
            </a:r>
            <a:r>
              <a:rPr lang="en-GB" dirty="0" err="1"/>
              <a:t>cada</a:t>
            </a:r>
            <a:r>
              <a:rPr lang="en-GB" dirty="0"/>
              <a:t> </a:t>
            </a:r>
            <a:r>
              <a:rPr lang="en-GB" dirty="0" err="1"/>
              <a:t>sessão</a:t>
            </a:r>
            <a:r>
              <a:rPr lang="en-GB" dirty="0"/>
              <a:t> e </a:t>
            </a:r>
            <a:r>
              <a:rPr lang="en-GB" dirty="0" err="1"/>
              <a:t>introdução</a:t>
            </a:r>
            <a:r>
              <a:rPr lang="en-GB" dirty="0"/>
              <a:t> dos dados </a:t>
            </a:r>
            <a:r>
              <a:rPr lang="en-GB" dirty="0" err="1"/>
              <a:t>estes</a:t>
            </a:r>
            <a:r>
              <a:rPr lang="en-GB" dirty="0"/>
              <a:t> </a:t>
            </a:r>
            <a:r>
              <a:rPr lang="en-GB" dirty="0" err="1"/>
              <a:t>serão</a:t>
            </a:r>
            <a:r>
              <a:rPr lang="en-GB" dirty="0"/>
              <a:t> </a:t>
            </a:r>
            <a:r>
              <a:rPr lang="en-GB" dirty="0" err="1"/>
              <a:t>guardados</a:t>
            </a:r>
            <a:r>
              <a:rPr lang="en-GB" dirty="0"/>
              <a:t> para posterior </a:t>
            </a:r>
            <a:r>
              <a:rPr lang="en-GB" dirty="0" err="1"/>
              <a:t>comparação</a:t>
            </a:r>
            <a:r>
              <a:rPr lang="en-GB" dirty="0"/>
              <a:t>.</a:t>
            </a:r>
          </a:p>
        </p:txBody>
      </p:sp>
      <p:sp>
        <p:nvSpPr>
          <p:cNvPr id="13" name="Slide Number Placeholder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smtClean="0"/>
              <a:pPr rtl="0"/>
              <a:t>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81914008"/>
      </p:ext>
    </p:extLst>
  </p:cSld>
  <p:clrMapOvr>
    <a:masterClrMapping/>
  </p:clrMapOvr>
  <p:transition spd="slow">
    <p:push dir="u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836BC5-6019-3B8F-98A1-5F3212D1A6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D9AD60-DC98-C95F-A928-B0BEA88757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 rtlCol="0">
            <a:normAutofit/>
          </a:bodyPr>
          <a:lstStyle/>
          <a:p>
            <a:r>
              <a:rPr lang="en-GB" dirty="0"/>
              <a:t>CÁLCULO E CLASSIFICAÇÃO IMC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DE852DBE-778C-0AE4-8B35-AD5FD7E4A4C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96000" y="2792962"/>
            <a:ext cx="5844142" cy="1631525"/>
          </a:xfrm>
          <a:prstGeom prst="rect">
            <a:avLst/>
          </a:prstGeom>
        </p:spPr>
      </p:pic>
      <p:sp>
        <p:nvSpPr>
          <p:cNvPr id="85" name="Slide Number Placeholder 84">
            <a:extLst>
              <a:ext uri="{FF2B5EF4-FFF2-40B4-BE49-F238E27FC236}">
                <a16:creationId xmlns:a16="http://schemas.microsoft.com/office/drawing/2014/main" id="{F29FDF20-D74F-1D86-8819-A0C54BFD07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smtClean="0"/>
              <a:pPr rtl="0"/>
              <a:t>5</a:t>
            </a:fld>
            <a:endParaRPr lang="en-GB" dirty="0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5332259B-FC3B-20DC-CC4A-1CFDDB6B484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5722" y="1818219"/>
            <a:ext cx="4982270" cy="3762900"/>
          </a:xfrm>
          <a:prstGeom prst="rect">
            <a:avLst/>
          </a:prstGeom>
          <a:effectLst>
            <a:softEdge rad="0"/>
          </a:effectLst>
        </p:spPr>
      </p:pic>
    </p:spTree>
    <p:extLst>
      <p:ext uri="{BB962C8B-B14F-4D97-AF65-F5344CB8AC3E}">
        <p14:creationId xmlns:p14="http://schemas.microsoft.com/office/powerpoint/2010/main" val="1140355035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7D7C07-2761-DAFB-88A2-34A8B15279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B145DC2-7DD5-8E91-966B-4167E160C2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 rtlCol="0">
            <a:normAutofit/>
          </a:bodyPr>
          <a:lstStyle/>
          <a:p>
            <a:r>
              <a:rPr lang="en-GB" dirty="0" err="1"/>
              <a:t>Registo</a:t>
            </a:r>
            <a:r>
              <a:rPr lang="en-GB" dirty="0"/>
              <a:t> de </a:t>
            </a:r>
            <a:r>
              <a:rPr lang="en-GB" dirty="0" err="1"/>
              <a:t>Sessões</a:t>
            </a:r>
            <a:r>
              <a:rPr lang="en-GB" dirty="0"/>
              <a:t> e menu</a:t>
            </a:r>
          </a:p>
        </p:txBody>
      </p:sp>
      <p:sp>
        <p:nvSpPr>
          <p:cNvPr id="85" name="Slide Number Placeholder 84">
            <a:extLst>
              <a:ext uri="{FF2B5EF4-FFF2-40B4-BE49-F238E27FC236}">
                <a16:creationId xmlns:a16="http://schemas.microsoft.com/office/drawing/2014/main" id="{4F92B6DA-2A56-00C7-F0C8-C2C93B38E7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smtClean="0"/>
              <a:pPr rtl="0"/>
              <a:t>6</a:t>
            </a:fld>
            <a:endParaRPr lang="en-GB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12ACCA2F-FD6B-3383-DE52-C4D508259EE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39495" y="1361829"/>
            <a:ext cx="3570194" cy="1685925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C54229C9-FF6F-13BA-A8FA-3DA6AFB19FF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4223" y="1438275"/>
            <a:ext cx="6238895" cy="4115172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918D2738-DBF9-AA88-A68D-3D15C751ED1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09386" y="1407505"/>
            <a:ext cx="3433268" cy="4429125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DE0736B6-34F1-483D-0BA8-C325CB8CE82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158137" y="3429000"/>
            <a:ext cx="2524477" cy="1762371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011A468E-0B5E-FD15-C96F-023F34CC860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53400" y="3429000"/>
            <a:ext cx="2591162" cy="2095792"/>
          </a:xfrm>
          <a:prstGeom prst="rect">
            <a:avLst/>
          </a:prstGeom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26512D86-054C-A6CB-AA6A-9418015270D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46527" y="3429000"/>
            <a:ext cx="3563162" cy="16859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92136377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0FDFC3-084F-4E50-EF77-685E2BF84C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79A3797-DEBB-CEBD-1D87-64EB37000B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 rtlCol="0">
            <a:normAutofit/>
          </a:bodyPr>
          <a:lstStyle/>
          <a:p>
            <a:r>
              <a:rPr lang="en-GB" dirty="0"/>
              <a:t>Diálogo </a:t>
            </a:r>
            <a:r>
              <a:rPr lang="en-GB" dirty="0" err="1"/>
              <a:t>completo</a:t>
            </a:r>
            <a:endParaRPr lang="en-GB" dirty="0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304C0EA3-2177-DAEC-A95F-FCB92E552D7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15067" y="1753597"/>
            <a:ext cx="3362533" cy="3912178"/>
          </a:xfrm>
          <a:prstGeom prst="rect">
            <a:avLst/>
          </a:prstGeom>
        </p:spPr>
      </p:pic>
      <p:sp>
        <p:nvSpPr>
          <p:cNvPr id="85" name="Slide Number Placeholder 84">
            <a:extLst>
              <a:ext uri="{FF2B5EF4-FFF2-40B4-BE49-F238E27FC236}">
                <a16:creationId xmlns:a16="http://schemas.microsoft.com/office/drawing/2014/main" id="{6A59EA15-0E85-DCE9-574F-02A531082D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smtClean="0"/>
              <a:pPr rtl="0"/>
              <a:t>7</a:t>
            </a:fld>
            <a:endParaRPr lang="en-GB" dirty="0"/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B7D6DB07-4CC9-3191-2799-884F35E2685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613" y="1551973"/>
            <a:ext cx="6792273" cy="43154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54155590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itle 35">
            <a:extLst>
              <a:ext uri="{FF2B5EF4-FFF2-40B4-BE49-F238E27FC236}">
                <a16:creationId xmlns:a16="http://schemas.microsoft.com/office/drawing/2014/main" id="{3FB3C754-C1FE-4D2D-9890-A8353F1E8D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1412" y="1993392"/>
            <a:ext cx="4306824" cy="1325563"/>
          </a:xfrm>
        </p:spPr>
        <p:txBody>
          <a:bodyPr rtlCol="0"/>
          <a:lstStyle/>
          <a:p>
            <a:pPr rtl="0"/>
            <a:r>
              <a:rPr lang="en-GB" dirty="0" err="1"/>
              <a:t>Obrigado</a:t>
            </a:r>
            <a:endParaRPr lang="en-GB" dirty="0"/>
          </a:p>
        </p:txBody>
      </p:sp>
      <p:sp>
        <p:nvSpPr>
          <p:cNvPr id="37" name="Text Placeholder 36">
            <a:extLst>
              <a:ext uri="{FF2B5EF4-FFF2-40B4-BE49-F238E27FC236}">
                <a16:creationId xmlns:a16="http://schemas.microsoft.com/office/drawing/2014/main" id="{F8701B31-AB7C-4E0A-952E-ACAC522AF3F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391412" y="3429000"/>
            <a:ext cx="3505201" cy="1798639"/>
          </a:xfrm>
        </p:spPr>
        <p:txBody>
          <a:bodyPr rtlCol="0"/>
          <a:lstStyle/>
          <a:p>
            <a:pPr rtl="0"/>
            <a:r>
              <a:rPr lang="en-GB" dirty="0"/>
              <a:t>Gonçalo Silva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019A024-2FD1-4C73-AC55-A794E56E4F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smtClean="0"/>
              <a:pPr rtl="0"/>
              <a:t>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35673684"/>
      </p:ext>
    </p:extLst>
  </p:cSld>
  <p:clrMapOvr>
    <a:masterClrMapping/>
  </p:clrMapOvr>
  <p:transition spd="slow">
    <p:push dir="u"/>
  </p:transition>
</p:sld>
</file>

<file path=ppt/theme/theme1.xml><?xml version="1.0" encoding="utf-8"?>
<a:theme xmlns:a="http://schemas.openxmlformats.org/drawingml/2006/main" name="Office Them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_59945513_TF16411248_Win32" id="{69FCCB8E-EC84-40E3-B457-C15F1D309C0E}" vid="{CB40D9B3-67F3-40F5-9012-11B74984C60E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/>
    <MediaServiceKeyPoints xmlns="71af3243-3dd4-4a8d-8c0d-dd76da1f02a5" xsi:nil="true"/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1" ma:contentTypeDescription="Create a new document." ma:contentTypeScope="" ma:versionID="64dfb1555687e0874b4304b796b5b0c7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e6e4c555b5e194d05b7203de9c4567b3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  <xsd:element ref="ns1:_ip_UnifiedCompliancePolicyProperties" minOccurs="0"/>
                <xsd:element ref="ns1:_ip_UnifiedCompliancePolicyUIAction" minOccurs="0"/>
                <xsd:element ref="ns2:Image" minOccurs="0"/>
                <xsd:element ref="ns4:TaxCatchAll" minOccurs="0"/>
                <xsd:element ref="ns2:ImageTagsTaxHTField" minOccurs="0"/>
                <xsd:element ref="ns2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22" nillable="true" ma:displayName="Image" ma:format="Image" ma:internalName="Imag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internalName="MediaServiceLocatio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F7069D1F-6C1F-4FA3-8CCB-EA801E558BEC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customXml/itemProps2.xml><?xml version="1.0" encoding="utf-8"?>
<ds:datastoreItem xmlns:ds="http://schemas.openxmlformats.org/officeDocument/2006/customXml" ds:itemID="{8042A908-4308-42B2-AD36-76827C57E704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4D2E8E18-726E-43C2-A873-C7E26FC0A96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{B463ECB4-5332-47A8-B9A1-14758D0A2E48}tf16411248_win32</Template>
  <TotalTime>57</TotalTime>
  <Words>154</Words>
  <Application>Microsoft Office PowerPoint</Application>
  <PresentationFormat>Widescreen</PresentationFormat>
  <Paragraphs>41</Paragraphs>
  <Slides>8</Slides>
  <Notes>8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8</vt:i4>
      </vt:variant>
    </vt:vector>
  </HeadingPairs>
  <TitlesOfParts>
    <vt:vector size="13" baseType="lpstr">
      <vt:lpstr>Arial</vt:lpstr>
      <vt:lpstr>Avenir Next LT Pro Light</vt:lpstr>
      <vt:lpstr>Calibri</vt:lpstr>
      <vt:lpstr>Posterama</vt:lpstr>
      <vt:lpstr>Office Theme</vt:lpstr>
      <vt:lpstr>App dos Saltos</vt:lpstr>
      <vt:lpstr>O Problema</vt:lpstr>
      <vt:lpstr>SOLUção</vt:lpstr>
      <vt:lpstr>APP DOS SALTOS</vt:lpstr>
      <vt:lpstr>CÁLCULO E CLASSIFICAÇÃO IMC</vt:lpstr>
      <vt:lpstr>Registo de Sessões e menu</vt:lpstr>
      <vt:lpstr>Diálogo completo</vt:lpstr>
      <vt:lpstr>Obrigado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Gonçalo Silva</dc:creator>
  <cp:lastModifiedBy>Gonçalo Silva</cp:lastModifiedBy>
  <cp:revision>1</cp:revision>
  <dcterms:created xsi:type="dcterms:W3CDTF">2026-06-19T08:37:15Z</dcterms:created>
  <dcterms:modified xsi:type="dcterms:W3CDTF">2026-06-19T09:34:37Z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